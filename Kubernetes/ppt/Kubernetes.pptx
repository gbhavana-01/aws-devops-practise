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980" autoAdjust="0"/>
    <p:restoredTop sz="94660"/>
  </p:normalViewPr>
  <p:slideViewPr>
    <p:cSldViewPr snapToGrid="0">
      <p:cViewPr varScale="1">
        <p:scale>
          <a:sx n="92" d="100"/>
          <a:sy n="92" d="100"/>
        </p:scale>
        <p:origin x="245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651471A-D9A2-467E-A596-D29374DC0333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002C5A3-0217-4E56-9A44-DF81E09B581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29963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002C5A3-0217-4E56-9A44-DF81E09B581B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4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047FC1-6AB6-A51B-F312-0325F59DE4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4123853-7990-00ED-1F74-2002E433F6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E83C2C-69DF-A367-7008-5DE8EAA70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3B0BB-D16D-4E9A-A3DC-098C3789EB90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354C02-A7A3-B386-5F85-1073C7951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5BC09F-E0CF-B79A-279C-901E677E5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82E0-79C2-49A0-AD3D-A620650E3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92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EAE248-4E8A-4CC4-7B6D-69AA0707D3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025E0A-FEC1-FDFE-25D2-5F8BFDD8A1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22BFB-F0BE-3A46-B038-A587F878A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3B0BB-D16D-4E9A-A3DC-098C3789EB90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9AFA06-AED6-5091-35FA-D9D31AEDE6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E77ACC-1409-845C-E4EA-81461730B9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82E0-79C2-49A0-AD3D-A620650E3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72278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474370-AED6-EF37-AFFB-AD854929BA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668B69-E20D-D486-B929-C3A528846F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EB9865-6FAB-16B9-F79C-723A24EDB3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3B0BB-D16D-4E9A-A3DC-098C3789EB90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DBB490-492E-C6BA-BA43-3B81502394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F00B3-059A-27AE-A7FB-5ABF120B74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82E0-79C2-49A0-AD3D-A620650E3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6360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9154E6-0390-B426-944B-12AD8A5516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B4F772-CC94-5A03-420A-3B28E0DBFEB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FF4E6EA-E957-2DA6-66A4-0DE04ABDAF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91092E-BD24-A6C5-505F-A026FFAD73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3B0BB-D16D-4E9A-A3DC-098C3789EB90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D957B8-D581-F3E6-5FBD-331AF22FB6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03B91C-B6D0-8BE9-BBD7-60DA6D0852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82E0-79C2-49A0-AD3D-A620650E3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60264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CC6DA-9D25-3130-8492-9AC5F90507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D88CFF-BE29-A129-3E52-4584317ED8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0EE01D-F9CA-63B9-D6F8-DA8B8ACBE7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EFBE108-8A74-DBBB-8E05-60BE5D2356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F44E32-77F3-558C-78C4-2D19A36A8B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63571C3-A3FD-ACE1-C0D9-45EC4B99FD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3B0BB-D16D-4E9A-A3DC-098C3789EB90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E71F59F-E7F8-7591-72EF-3A94825D2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EA4CCB-CB22-2A00-3786-DB03CED2A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82E0-79C2-49A0-AD3D-A620650E3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6127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411A3-9CB3-DF45-EC17-139D12C677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0545F3-210E-55D6-1885-3A9FB5ACD2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3B0BB-D16D-4E9A-A3DC-098C3789EB90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D19A41-F569-6688-BDEF-64B986EE4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DBDBE0-1F7B-EA40-D3C8-2C2721B0FB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82E0-79C2-49A0-AD3D-A620650E3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42466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0A11AE5-2329-449F-F6C5-3F101E41F2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3B0BB-D16D-4E9A-A3DC-098C3789EB90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A6DA11-1C63-FD33-61B4-E3C35DE4F9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D5BCAA-2C31-6898-5526-D3374327A0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82E0-79C2-49A0-AD3D-A620650E3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203738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67566-6285-C79B-7413-5161DCB19E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231FDA-03AA-9A10-91A5-4D098C355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402CD6C-AFC4-12F9-39B2-D64D6A66AA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844FD1-F03D-6699-126E-AD2229D91C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3B0BB-D16D-4E9A-A3DC-098C3789EB90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BCB167-C5A3-13D8-A6D4-BB8E485F85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8985A4-0642-430F-5C36-72DFB359C0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82E0-79C2-49A0-AD3D-A620650E3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96397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DF9F1-90F8-3A4A-1B11-6ACEB3614B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D8F25CB-EA60-4825-E98F-3044304E96C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DF2811-1333-99D9-2E2D-44514198C5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E9BDB1-C42B-B2E7-E3EC-B43C6DA1A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3B0BB-D16D-4E9A-A3DC-098C3789EB90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F36A3CF-8300-7F63-8720-2416E4F40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C069D23-EAF4-78FA-1371-EC44300F7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82E0-79C2-49A0-AD3D-A620650E3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38020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980092-2DA4-76EF-03F3-49BE1BE14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5CF818-AA73-E98B-6D2E-1C28F28ECF5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B5D5E-733A-FB20-256F-BFEB68526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3B0BB-D16D-4E9A-A3DC-098C3789EB90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42F665-7A7D-4EAC-D0A1-D40439A244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4D604-A71C-B405-2DBE-04B72E24F7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82E0-79C2-49A0-AD3D-A620650E3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28987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E0820AF-96D0-3105-5ADF-824BB3DA48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AE79D36-4342-2E06-80EE-B32379E47B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6A8F8-641C-3C14-1DDB-454DD57DD6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3B0BB-D16D-4E9A-A3DC-098C3789EB90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8E8AD-5BBC-9E5C-A379-08DE623E11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E28902-FE02-6BB3-0E61-D973F3FC41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2282E0-79C2-49A0-AD3D-A620650E3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30278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09078A-8735-6D83-2F1A-7FB0FFDD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50054-DD94-EAD5-309E-D3CD4A00B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EBD63-4549-06F4-44D9-61990B0355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3B0BB-D16D-4E9A-A3DC-098C3789EB90}" type="datetimeFigureOut">
              <a:rPr lang="en-IN" smtClean="0"/>
              <a:t>02-06-2026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BCE40-7D59-02E0-05EF-8E8D2F7023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099991-E175-44CF-501C-2806190067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2282E0-79C2-49A0-AD3D-A620650E3A2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8294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DFD0AE-FED9-7499-BD66-1F8955A661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88029" y="3898814"/>
            <a:ext cx="9144000" cy="1562471"/>
          </a:xfrm>
        </p:spPr>
        <p:txBody>
          <a:bodyPr/>
          <a:lstStyle/>
          <a:p>
            <a:r>
              <a:rPr lang="en-IN" dirty="0"/>
              <a:t>Kubernetes </a:t>
            </a:r>
          </a:p>
        </p:txBody>
      </p:sp>
      <p:pic>
        <p:nvPicPr>
          <p:cNvPr id="4" name="Picture 2" descr="&#10;">
            <a:extLst>
              <a:ext uri="{FF2B5EF4-FFF2-40B4-BE49-F238E27FC236}">
                <a16:creationId xmlns:a16="http://schemas.microsoft.com/office/drawing/2014/main" id="{58EECE1A-6CCC-E2C8-54AD-979CAFD2AFBC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4000" y="950278"/>
            <a:ext cx="2649856" cy="2571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38815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F15A50-69C8-A625-6E43-9FBD2520CF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Kubernetes Architecture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1ABD0F4E-3FAB-0A76-F542-EC198511DA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49318" y="1488333"/>
            <a:ext cx="7693363" cy="476645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71467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15D029-4B80-3858-031C-F2532BBF7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80015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b="1" dirty="0"/>
              <a:t>Kubernetes Architecture Components</a:t>
            </a:r>
            <a:br>
              <a:rPr lang="en-IN" b="1" dirty="0"/>
            </a:br>
            <a:endParaRPr lang="en-IN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7748328F-DE6C-BA6E-3E86-FF229F86FAE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61610684"/>
              </p:ext>
            </p:extLst>
          </p:nvPr>
        </p:nvGraphicFramePr>
        <p:xfrm>
          <a:off x="449093" y="1600718"/>
          <a:ext cx="8870004" cy="4572000"/>
        </p:xfrm>
        <a:graphic>
          <a:graphicData uri="http://schemas.openxmlformats.org/drawingml/2006/table">
            <a:tbl>
              <a:tblPr/>
              <a:tblGrid>
                <a:gridCol w="4435002">
                  <a:extLst>
                    <a:ext uri="{9D8B030D-6E8A-4147-A177-3AD203B41FA5}">
                      <a16:colId xmlns:a16="http://schemas.microsoft.com/office/drawing/2014/main" val="1708399885"/>
                    </a:ext>
                  </a:extLst>
                </a:gridCol>
                <a:gridCol w="4435002">
                  <a:extLst>
                    <a:ext uri="{9D8B030D-6E8A-4147-A177-3AD203B41FA5}">
                      <a16:colId xmlns:a16="http://schemas.microsoft.com/office/drawing/2014/main" val="65263369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Master Node (Control Plane) Components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Worker Node (Data Plane) Components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3681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/>
                        <a:t>API Server:</a:t>
                      </a:r>
                    </a:p>
                    <a:p>
                      <a:pPr>
                        <a:buNone/>
                      </a:pPr>
                      <a:r>
                        <a:rPr lang="en-US" dirty="0"/>
                        <a:t>Main entry point of Kubernetes. Validates requests and acts as the communication hub.</a:t>
                      </a:r>
                    </a:p>
                    <a:p>
                      <a:pPr>
                        <a:buNone/>
                      </a:pPr>
                      <a:r>
                        <a:rPr lang="en-US" b="1" dirty="0"/>
                        <a:t>Controller Manager: </a:t>
                      </a:r>
                    </a:p>
                    <a:p>
                      <a:pPr>
                        <a:buNone/>
                      </a:pPr>
                      <a:r>
                        <a:rPr lang="en-US" dirty="0"/>
                        <a:t>Monitors cluster state and ensures Desired State = Actual State. Recreates failed pods automatically.</a:t>
                      </a:r>
                    </a:p>
                    <a:p>
                      <a:pPr>
                        <a:buNone/>
                      </a:pPr>
                      <a:r>
                        <a:rPr lang="en-US" b="1" dirty="0"/>
                        <a:t>Scheduler:</a:t>
                      </a:r>
                    </a:p>
                    <a:p>
                      <a:pPr>
                        <a:buNone/>
                      </a:pPr>
                      <a:r>
                        <a:rPr lang="en-US" dirty="0"/>
                        <a:t>Selects the best worker node for pods based on CPU, Memory, Resources, and Node Conditions.</a:t>
                      </a:r>
                    </a:p>
                    <a:p>
                      <a:pPr>
                        <a:buNone/>
                      </a:pPr>
                      <a:r>
                        <a:rPr lang="en-US" b="1" dirty="0"/>
                        <a:t>Etcd:</a:t>
                      </a:r>
                    </a:p>
                    <a:p>
                      <a:pPr>
                        <a:buNone/>
                      </a:pPr>
                      <a:r>
                        <a:rPr lang="en-US" dirty="0"/>
                        <a:t>Distributed key-value database that stores cluster information such as Pods, Nodes, Configurations, and Secrets.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 err="1"/>
                        <a:t>Kubelet</a:t>
                      </a:r>
                      <a:r>
                        <a:rPr lang="en-IN" b="1" dirty="0"/>
                        <a:t>:</a:t>
                      </a:r>
                    </a:p>
                    <a:p>
                      <a:pPr>
                        <a:buNone/>
                      </a:pPr>
                      <a:r>
                        <a:rPr lang="en-IN" dirty="0"/>
                        <a:t>Agent running on each worker node. Receives instructions from the API Server and ensures pods are running correctly.</a:t>
                      </a:r>
                    </a:p>
                    <a:p>
                      <a:pPr>
                        <a:buNone/>
                      </a:pPr>
                      <a:r>
                        <a:rPr lang="en-IN" b="1" dirty="0" err="1"/>
                        <a:t>kube</a:t>
                      </a:r>
                      <a:r>
                        <a:rPr lang="en-IN" b="1" dirty="0"/>
                        <a:t>-proxy:</a:t>
                      </a:r>
                    </a:p>
                    <a:p>
                      <a:pPr>
                        <a:buNone/>
                      </a:pPr>
                      <a:r>
                        <a:rPr lang="en-IN" dirty="0"/>
                        <a:t>Handles cluster networking, service discovery, traffic routing, and load balancing.</a:t>
                      </a:r>
                    </a:p>
                    <a:p>
                      <a:pPr>
                        <a:buNone/>
                      </a:pPr>
                      <a:r>
                        <a:rPr lang="en-IN" b="1" dirty="0"/>
                        <a:t>Container Runtime:</a:t>
                      </a:r>
                    </a:p>
                    <a:p>
                      <a:pPr>
                        <a:buNone/>
                      </a:pPr>
                      <a:r>
                        <a:rPr lang="en-IN" dirty="0"/>
                        <a:t>Runs containers on worker nodes. Examples: Docker, </a:t>
                      </a:r>
                      <a:r>
                        <a:rPr lang="en-IN" dirty="0" err="1"/>
                        <a:t>containerd</a:t>
                      </a:r>
                      <a:r>
                        <a:rPr lang="en-IN" dirty="0"/>
                        <a:t>, CRI-O.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8182602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638BFE6E-8B88-C61C-6CF2-FF3800E3F708}"/>
              </a:ext>
            </a:extLst>
          </p:cNvPr>
          <p:cNvSpPr txBox="1"/>
          <p:nvPr/>
        </p:nvSpPr>
        <p:spPr>
          <a:xfrm>
            <a:off x="9594301" y="1804485"/>
            <a:ext cx="2240605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 err="1"/>
              <a:t>kubectl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API Server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Scheduler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Worker Node (</a:t>
            </a:r>
            <a:r>
              <a:rPr lang="en-IN" dirty="0" err="1"/>
              <a:t>kubelet</a:t>
            </a:r>
            <a:r>
              <a:rPr lang="en-IN" dirty="0"/>
              <a:t>)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Container Runtime</a:t>
            </a:r>
            <a:br>
              <a:rPr lang="en-IN" dirty="0"/>
            </a:br>
            <a:r>
              <a:rPr lang="en-IN" dirty="0"/>
              <a:t>↓</a:t>
            </a:r>
            <a:br>
              <a:rPr lang="en-IN" dirty="0"/>
            </a:br>
            <a:r>
              <a:rPr lang="en-IN" dirty="0"/>
              <a:t>Pods</a:t>
            </a:r>
          </a:p>
        </p:txBody>
      </p:sp>
    </p:spTree>
    <p:extLst>
      <p:ext uri="{BB962C8B-B14F-4D97-AF65-F5344CB8AC3E}">
        <p14:creationId xmlns:p14="http://schemas.microsoft.com/office/powerpoint/2010/main" val="28405169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978816-DAF3-5430-50AD-A28A3CDEE0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24090"/>
          </a:xfrm>
        </p:spPr>
        <p:txBody>
          <a:bodyPr>
            <a:normAutofit fontScale="90000"/>
          </a:bodyPr>
          <a:lstStyle/>
          <a:p>
            <a:br>
              <a:rPr lang="en-IN" b="1" dirty="0"/>
            </a:br>
            <a:r>
              <a:rPr lang="en-IN" b="1" dirty="0"/>
              <a:t>What is Kubernetes?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DDBC1D-B228-DAB1-D3D4-212443EC90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88720"/>
            <a:ext cx="10515600" cy="5046432"/>
          </a:xfrm>
        </p:spPr>
        <p:txBody>
          <a:bodyPr>
            <a:normAutofit fontScale="70000" lnSpcReduction="20000"/>
          </a:bodyPr>
          <a:lstStyle/>
          <a:p>
            <a:r>
              <a:rPr lang="en-US" sz="2600" b="1" dirty="0"/>
              <a:t>Kubernetes (K8s)</a:t>
            </a:r>
            <a:r>
              <a:rPr lang="en-US" sz="2600" dirty="0"/>
              <a:t> is an open-source container orchestration platform developed by Google and now maintained by the Cloud Native Computing Foundation.</a:t>
            </a:r>
          </a:p>
          <a:p>
            <a:r>
              <a:rPr lang="en-US" sz="2600" dirty="0"/>
              <a:t>It automates the deployment, scaling, management, and monitoring of containerized applications across a cluster of servers.</a:t>
            </a:r>
          </a:p>
          <a:p>
            <a:r>
              <a:rPr lang="en-US" sz="2600" dirty="0"/>
              <a:t>In simple terms:</a:t>
            </a:r>
          </a:p>
          <a:p>
            <a:pPr marL="0" indent="0">
              <a:buNone/>
            </a:pPr>
            <a:r>
              <a:rPr lang="en-US" sz="2600" b="1" dirty="0"/>
              <a:t> Docker runs containers, while Kubernetes manages and orchestrates those containers at scale.</a:t>
            </a:r>
            <a:endParaRPr lang="en-US" sz="2600" dirty="0"/>
          </a:p>
          <a:p>
            <a:endParaRPr lang="en-US" sz="2600" b="1" dirty="0"/>
          </a:p>
          <a:p>
            <a:r>
              <a:rPr lang="en-US" sz="2600" b="1" dirty="0"/>
              <a:t>Why Kubernetes?					</a:t>
            </a:r>
            <a:endParaRPr lang="en-US" sz="1600" b="1" dirty="0"/>
          </a:p>
          <a:p>
            <a:pPr marL="0" indent="0">
              <a:buNone/>
            </a:pPr>
            <a:r>
              <a:rPr lang="en-US" sz="2600" dirty="0"/>
              <a:t>Imagine you have 100 containers running an application.</a:t>
            </a:r>
          </a:p>
          <a:p>
            <a:pPr marL="0" indent="0">
              <a:buNone/>
            </a:pPr>
            <a:r>
              <a:rPr lang="en-US" sz="2600" u="sng" dirty="0"/>
              <a:t>Without Kubernetes:</a:t>
            </a:r>
          </a:p>
          <a:p>
            <a:r>
              <a:rPr lang="en-US" sz="2600" dirty="0"/>
              <a:t>You must manually start containers. </a:t>
            </a:r>
          </a:p>
          <a:p>
            <a:r>
              <a:rPr lang="en-US" sz="2600" dirty="0"/>
              <a:t>Replace failed containers. </a:t>
            </a:r>
          </a:p>
          <a:p>
            <a:r>
              <a:rPr lang="en-US" sz="2600" dirty="0"/>
              <a:t>Scale containers during high traffic. </a:t>
            </a:r>
          </a:p>
          <a:p>
            <a:r>
              <a:rPr lang="en-US" sz="2600" dirty="0"/>
              <a:t>Perform updates without downtime. </a:t>
            </a:r>
          </a:p>
          <a:p>
            <a:pPr marL="0" indent="0">
              <a:buNone/>
            </a:pPr>
            <a:r>
              <a:rPr lang="en-US" sz="2600" u="sng" dirty="0"/>
              <a:t>With Kubernetes:</a:t>
            </a:r>
          </a:p>
          <a:p>
            <a:r>
              <a:rPr lang="en-US" sz="2600" dirty="0"/>
              <a:t>All these tasks are automated. </a:t>
            </a:r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AF801CB-B7AF-C16C-17F1-0E618443EAC8}"/>
              </a:ext>
            </a:extLst>
          </p:cNvPr>
          <p:cNvSpPr txBox="1"/>
          <p:nvPr/>
        </p:nvSpPr>
        <p:spPr>
          <a:xfrm>
            <a:off x="6876040" y="3089159"/>
            <a:ext cx="320729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Key Features of Kubernetes:</a:t>
            </a:r>
          </a:p>
          <a:p>
            <a:endParaRPr lang="en-IN" b="1" dirty="0"/>
          </a:p>
          <a:p>
            <a:r>
              <a:rPr lang="en-IN" dirty="0"/>
              <a:t>1. Automated Deployment</a:t>
            </a:r>
          </a:p>
          <a:p>
            <a:r>
              <a:rPr lang="en-IN" dirty="0"/>
              <a:t>2. Auto Scaling</a:t>
            </a:r>
          </a:p>
          <a:p>
            <a:r>
              <a:rPr lang="en-IN" dirty="0"/>
              <a:t>3. Self-Healing</a:t>
            </a:r>
          </a:p>
          <a:p>
            <a:r>
              <a:rPr lang="en-IN" dirty="0"/>
              <a:t>4. Load Balancing</a:t>
            </a:r>
          </a:p>
          <a:p>
            <a:r>
              <a:rPr lang="en-IN" dirty="0"/>
              <a:t>5. Rolling Updates</a:t>
            </a:r>
          </a:p>
          <a:p>
            <a:r>
              <a:rPr lang="en-IN" dirty="0"/>
              <a:t>6. Service Discovery</a:t>
            </a:r>
          </a:p>
          <a:p>
            <a:r>
              <a:rPr lang="en-IN" dirty="0"/>
              <a:t>7. High Availability</a:t>
            </a:r>
          </a:p>
          <a:p>
            <a:endParaRPr lang="en-IN" b="1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661038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6D9E5-3386-EBA4-7A01-106383B74A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15636"/>
            <a:ext cx="10515600" cy="6159731"/>
          </a:xfrm>
        </p:spPr>
        <p:txBody>
          <a:bodyPr>
            <a:normAutofit fontScale="85000" lnSpcReduction="20000"/>
          </a:bodyPr>
          <a:lstStyle/>
          <a:p>
            <a:r>
              <a:rPr lang="en-IN" b="1" dirty="0"/>
              <a:t>Real-Time Example</a:t>
            </a:r>
          </a:p>
          <a:p>
            <a:pPr marL="0" indent="0">
              <a:buNone/>
            </a:pPr>
            <a:r>
              <a:rPr lang="en-IN" dirty="0"/>
              <a:t>Consider an e-commerce application:</a:t>
            </a:r>
          </a:p>
          <a:p>
            <a:r>
              <a:rPr lang="en-IN" dirty="0"/>
              <a:t>User Traffic Increases</a:t>
            </a:r>
            <a:br>
              <a:rPr lang="en-IN" dirty="0"/>
            </a:br>
            <a:r>
              <a:rPr lang="en-IN" dirty="0"/>
              <a:t>        ↓</a:t>
            </a:r>
            <a:br>
              <a:rPr lang="en-IN" dirty="0"/>
            </a:br>
            <a:r>
              <a:rPr lang="en-IN" dirty="0"/>
              <a:t>Kubernetes detects high load</a:t>
            </a:r>
            <a:br>
              <a:rPr lang="en-IN" dirty="0"/>
            </a:br>
            <a:r>
              <a:rPr lang="en-IN" dirty="0"/>
              <a:t>        ↓</a:t>
            </a:r>
            <a:br>
              <a:rPr lang="en-IN" dirty="0"/>
            </a:br>
            <a:r>
              <a:rPr lang="en-IN" dirty="0"/>
              <a:t>Creates additional Pods</a:t>
            </a:r>
            <a:br>
              <a:rPr lang="en-IN" dirty="0"/>
            </a:br>
            <a:r>
              <a:rPr lang="en-IN" dirty="0"/>
              <a:t>        ↓</a:t>
            </a:r>
            <a:br>
              <a:rPr lang="en-IN" dirty="0"/>
            </a:br>
            <a:r>
              <a:rPr lang="en-IN" dirty="0"/>
              <a:t>Traffic is distributed</a:t>
            </a:r>
            <a:br>
              <a:rPr lang="en-IN" dirty="0"/>
            </a:br>
            <a:r>
              <a:rPr lang="en-IN" dirty="0"/>
              <a:t>        ↓</a:t>
            </a:r>
            <a:br>
              <a:rPr lang="en-IN" dirty="0"/>
            </a:br>
            <a:r>
              <a:rPr lang="en-IN" dirty="0"/>
              <a:t>Application remains responsive</a:t>
            </a:r>
          </a:p>
          <a:p>
            <a:pPr marL="0" indent="0">
              <a:buNone/>
            </a:pPr>
            <a:endParaRPr lang="en-IN" dirty="0"/>
          </a:p>
          <a:p>
            <a:r>
              <a:rPr lang="en-IN" dirty="0"/>
              <a:t>If one pod crashes:</a:t>
            </a:r>
          </a:p>
          <a:p>
            <a:r>
              <a:rPr lang="en-IN" dirty="0"/>
              <a:t>Pod Failure</a:t>
            </a:r>
            <a:br>
              <a:rPr lang="en-IN" dirty="0"/>
            </a:br>
            <a:r>
              <a:rPr lang="en-IN" dirty="0"/>
              <a:t>     ↓</a:t>
            </a:r>
            <a:br>
              <a:rPr lang="en-IN" dirty="0"/>
            </a:br>
            <a:r>
              <a:rPr lang="en-IN" dirty="0"/>
              <a:t>Kubernetes detects failure</a:t>
            </a:r>
            <a:br>
              <a:rPr lang="en-IN" dirty="0"/>
            </a:br>
            <a:r>
              <a:rPr lang="en-IN" dirty="0"/>
              <a:t>     ↓</a:t>
            </a:r>
            <a:br>
              <a:rPr lang="en-IN" dirty="0"/>
            </a:br>
            <a:r>
              <a:rPr lang="en-IN" dirty="0"/>
              <a:t>Creates new Pod automatically</a:t>
            </a:r>
            <a:br>
              <a:rPr lang="en-IN" dirty="0"/>
            </a:br>
            <a:r>
              <a:rPr lang="en-IN" dirty="0"/>
              <a:t>     ↓</a:t>
            </a:r>
            <a:br>
              <a:rPr lang="en-IN" dirty="0"/>
            </a:br>
            <a:r>
              <a:rPr lang="en-IN" dirty="0"/>
              <a:t>Desired State = Actual State</a:t>
            </a:r>
          </a:p>
        </p:txBody>
      </p:sp>
    </p:spTree>
    <p:extLst>
      <p:ext uri="{BB962C8B-B14F-4D97-AF65-F5344CB8AC3E}">
        <p14:creationId xmlns:p14="http://schemas.microsoft.com/office/powerpoint/2010/main" val="38896839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7CCD7-48AB-B2EE-2BF5-E404DD117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A05A34-3244-8A01-8BCD-9AED5687CD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022692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13</TotalTime>
  <Words>403</Words>
  <Application>Microsoft Office PowerPoint</Application>
  <PresentationFormat>Widescreen</PresentationFormat>
  <Paragraphs>51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Calibri Light</vt:lpstr>
      <vt:lpstr>Office Theme</vt:lpstr>
      <vt:lpstr>Kubernetes </vt:lpstr>
      <vt:lpstr>Kubernetes Architecture</vt:lpstr>
      <vt:lpstr> Kubernetes Architecture Components </vt:lpstr>
      <vt:lpstr> What is Kubernetes? 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Bhavana Gunti</dc:creator>
  <cp:lastModifiedBy>Bhavana Gunti</cp:lastModifiedBy>
  <cp:revision>2</cp:revision>
  <dcterms:created xsi:type="dcterms:W3CDTF">2026-06-02T16:12:52Z</dcterms:created>
  <dcterms:modified xsi:type="dcterms:W3CDTF">2026-06-02T16:26:12Z</dcterms:modified>
</cp:coreProperties>
</file>